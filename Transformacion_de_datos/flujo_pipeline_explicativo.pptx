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Flujo explicativo del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Transformacion de datos, modelado y decisiones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Diagrama del pipeline</a:t>
            </a:r>
          </a:p>
        </p:txBody>
      </p:sp>
      <p:pic>
        <p:nvPicPr>
          <p:cNvPr id="3" name="Picture 2" descr="flujo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28008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Puntos clave para decisiones directas:</a:t>
            </a:r>
          </a:p>
          <a:p>
            <a:r>
              <a:t>Segmento prioritario: Alto ingreso</a:t>
            </a:r>
          </a:p>
          <a:p>
            <a:r>
              <a:t>Comuna prioritaria: Providencia</a:t>
            </a:r>
          </a:p>
          <a:p>
            <a:r>
              <a:t>Enfocar acciones en clientes de alto ingreso y altas transacciones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